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handoutMasterIdLst>
    <p:handoutMasterId r:id="rId7"/>
  </p:handoutMasterIdLst>
  <p:sldIdLst>
    <p:sldId id="279" r:id="rId2"/>
    <p:sldId id="373" r:id="rId3"/>
    <p:sldId id="365" r:id="rId4"/>
    <p:sldId id="372" r:id="rId5"/>
  </p:sldIdLst>
  <p:sldSz cx="9144000" cy="6858000" type="screen4x3"/>
  <p:notesSz cx="6802438" cy="993775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AB1E5F0F-7DAD-4448-8189-90273236F70C}">
          <p14:sldIdLst>
            <p14:sldId id="279"/>
          </p14:sldIdLst>
        </p14:section>
        <p14:section name="figure" id="{2D6D3817-66AA-4A1B-A823-D318DC6C3CB9}">
          <p14:sldIdLst>
            <p14:sldId id="373"/>
            <p14:sldId id="365"/>
            <p14:sldId id="3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0000"/>
    <a:srgbClr val="CCECFF"/>
    <a:srgbClr val="CCCCFF"/>
    <a:srgbClr val="9999FF"/>
    <a:srgbClr val="6699FF"/>
    <a:srgbClr val="0000FF"/>
    <a:srgbClr val="99CCFF"/>
    <a:srgbClr val="006699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24DC4A-3156-4AE2-A0BC-B2EBFF89FAED}" v="9" dt="2026-06-27T09:50:00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5026" autoAdjust="0"/>
  </p:normalViewPr>
  <p:slideViewPr>
    <p:cSldViewPr snapToGrid="0">
      <p:cViewPr varScale="1">
        <p:scale>
          <a:sx n="78" d="100"/>
          <a:sy n="78" d="100"/>
        </p:scale>
        <p:origin x="166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57"/>
    </p:cViewPr>
  </p:sorterViewPr>
  <p:notesViewPr>
    <p:cSldViewPr snapToGrid="0">
      <p:cViewPr varScale="1">
        <p:scale>
          <a:sx n="57" d="100"/>
          <a:sy n="57" d="100"/>
        </p:scale>
        <p:origin x="334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 _" userId="f002702cf68b565d" providerId="LiveId" clId="{03B0D170-C144-4012-A242-782B8F0FFA14}"/>
    <pc:docChg chg="undo redo custSel addSld delSld modSld sldOrd addSection delSection modSection">
      <pc:chgData name="F _" userId="f002702cf68b565d" providerId="LiveId" clId="{03B0D170-C144-4012-A242-782B8F0FFA14}" dt="2026-06-27T09:51:55.909" v="33280" actId="11529"/>
      <pc:docMkLst>
        <pc:docMk/>
      </pc:docMkLst>
      <pc:sldChg chg="modSp mod">
        <pc:chgData name="F _" userId="f002702cf68b565d" providerId="LiveId" clId="{03B0D170-C144-4012-A242-782B8F0FFA14}" dt="2026-06-27T09:16:31.978" v="33152" actId="20577"/>
        <pc:sldMkLst>
          <pc:docMk/>
          <pc:sldMk cId="2697427557" sldId="279"/>
        </pc:sldMkLst>
        <pc:spChg chg="mod">
          <ac:chgData name="F _" userId="f002702cf68b565d" providerId="LiveId" clId="{03B0D170-C144-4012-A242-782B8F0FFA14}" dt="2026-06-27T09:16:16.541" v="33144"/>
          <ac:spMkLst>
            <pc:docMk/>
            <pc:sldMk cId="2697427557" sldId="279"/>
            <ac:spMk id="2" creationId="{DED055DE-F10D-A84E-A177-DD0804AB29F4}"/>
          </ac:spMkLst>
        </pc:spChg>
        <pc:spChg chg="mod">
          <ac:chgData name="F _" userId="f002702cf68b565d" providerId="LiveId" clId="{03B0D170-C144-4012-A242-782B8F0FFA14}" dt="2026-06-27T09:16:31.978" v="33152" actId="20577"/>
          <ac:spMkLst>
            <pc:docMk/>
            <pc:sldMk cId="2697427557" sldId="279"/>
            <ac:spMk id="4" creationId="{00000000-0000-0000-0000-000000000000}"/>
          </ac:spMkLst>
        </pc:spChg>
      </pc:sldChg>
      <pc:sldChg chg="del">
        <pc:chgData name="F _" userId="f002702cf68b565d" providerId="LiveId" clId="{03B0D170-C144-4012-A242-782B8F0FFA14}" dt="2026-06-27T09:16:46.658" v="33165" actId="47"/>
        <pc:sldMkLst>
          <pc:docMk/>
          <pc:sldMk cId="3258070950" sldId="343"/>
        </pc:sldMkLst>
      </pc:sldChg>
      <pc:sldChg chg="del">
        <pc:chgData name="F _" userId="f002702cf68b565d" providerId="LiveId" clId="{03B0D170-C144-4012-A242-782B8F0FFA14}" dt="2026-06-27T09:16:46.601" v="33163" actId="47"/>
        <pc:sldMkLst>
          <pc:docMk/>
          <pc:sldMk cId="3347211" sldId="344"/>
        </pc:sldMkLst>
      </pc:sldChg>
      <pc:sldChg chg="del">
        <pc:chgData name="F _" userId="f002702cf68b565d" providerId="LiveId" clId="{03B0D170-C144-4012-A242-782B8F0FFA14}" dt="2026-06-27T09:16:46.629" v="33164" actId="47"/>
        <pc:sldMkLst>
          <pc:docMk/>
          <pc:sldMk cId="3458413709" sldId="345"/>
        </pc:sldMkLst>
      </pc:sldChg>
      <pc:sldChg chg="del">
        <pc:chgData name="F _" userId="f002702cf68b565d" providerId="LiveId" clId="{03B0D170-C144-4012-A242-782B8F0FFA14}" dt="2026-06-27T09:16:43.684" v="33156" actId="47"/>
        <pc:sldMkLst>
          <pc:docMk/>
          <pc:sldMk cId="2077976075" sldId="346"/>
        </pc:sldMkLst>
      </pc:sldChg>
      <pc:sldChg chg="del">
        <pc:chgData name="F _" userId="f002702cf68b565d" providerId="LiveId" clId="{03B0D170-C144-4012-A242-782B8F0FFA14}" dt="2026-06-27T09:16:46.327" v="33162" actId="47"/>
        <pc:sldMkLst>
          <pc:docMk/>
          <pc:sldMk cId="4277865714" sldId="348"/>
        </pc:sldMkLst>
      </pc:sldChg>
      <pc:sldChg chg="del">
        <pc:chgData name="F _" userId="f002702cf68b565d" providerId="LiveId" clId="{03B0D170-C144-4012-A242-782B8F0FFA14}" dt="2026-06-27T09:16:45.999" v="33161" actId="47"/>
        <pc:sldMkLst>
          <pc:docMk/>
          <pc:sldMk cId="483160110" sldId="349"/>
        </pc:sldMkLst>
      </pc:sldChg>
      <pc:sldChg chg="del">
        <pc:chgData name="F _" userId="f002702cf68b565d" providerId="LiveId" clId="{03B0D170-C144-4012-A242-782B8F0FFA14}" dt="2026-06-27T09:16:44.427" v="33158" actId="47"/>
        <pc:sldMkLst>
          <pc:docMk/>
          <pc:sldMk cId="1193499180" sldId="350"/>
        </pc:sldMkLst>
      </pc:sldChg>
      <pc:sldChg chg="del">
        <pc:chgData name="F _" userId="f002702cf68b565d" providerId="LiveId" clId="{03B0D170-C144-4012-A242-782B8F0FFA14}" dt="2026-06-27T09:16:45.511" v="33160" actId="47"/>
        <pc:sldMkLst>
          <pc:docMk/>
          <pc:sldMk cId="3092739177" sldId="351"/>
        </pc:sldMkLst>
      </pc:sldChg>
      <pc:sldChg chg="del">
        <pc:chgData name="F _" userId="f002702cf68b565d" providerId="LiveId" clId="{03B0D170-C144-4012-A242-782B8F0FFA14}" dt="2026-06-27T09:16:44.824" v="33159" actId="47"/>
        <pc:sldMkLst>
          <pc:docMk/>
          <pc:sldMk cId="2639364637" sldId="353"/>
        </pc:sldMkLst>
      </pc:sldChg>
      <pc:sldChg chg="del">
        <pc:chgData name="F _" userId="f002702cf68b565d" providerId="LiveId" clId="{03B0D170-C144-4012-A242-782B8F0FFA14}" dt="2026-06-27T09:16:44.007" v="33157" actId="47"/>
        <pc:sldMkLst>
          <pc:docMk/>
          <pc:sldMk cId="3618876893" sldId="354"/>
        </pc:sldMkLst>
      </pc:sldChg>
      <pc:sldChg chg="del">
        <pc:chgData name="F _" userId="f002702cf68b565d" providerId="LiveId" clId="{03B0D170-C144-4012-A242-782B8F0FFA14}" dt="2026-06-27T09:16:43.440" v="33155" actId="47"/>
        <pc:sldMkLst>
          <pc:docMk/>
          <pc:sldMk cId="389431218" sldId="355"/>
        </pc:sldMkLst>
      </pc:sldChg>
      <pc:sldChg chg="del">
        <pc:chgData name="F _" userId="f002702cf68b565d" providerId="LiveId" clId="{03B0D170-C144-4012-A242-782B8F0FFA14}" dt="2026-06-27T09:16:42.672" v="33153" actId="47"/>
        <pc:sldMkLst>
          <pc:docMk/>
          <pc:sldMk cId="2454381558" sldId="356"/>
        </pc:sldMkLst>
      </pc:sldChg>
      <pc:sldChg chg="del">
        <pc:chgData name="F _" userId="f002702cf68b565d" providerId="LiveId" clId="{03B0D170-C144-4012-A242-782B8F0FFA14}" dt="2026-06-27T09:16:43.096" v="33154" actId="47"/>
        <pc:sldMkLst>
          <pc:docMk/>
          <pc:sldMk cId="3173668267" sldId="357"/>
        </pc:sldMkLst>
      </pc:sldChg>
      <pc:sldChg chg="del">
        <pc:chgData name="F _" userId="f002702cf68b565d" providerId="LiveId" clId="{03B0D170-C144-4012-A242-782B8F0FFA14}" dt="2026-06-27T09:17:18.399" v="33191" actId="47"/>
        <pc:sldMkLst>
          <pc:docMk/>
          <pc:sldMk cId="905854793" sldId="358"/>
        </pc:sldMkLst>
      </pc:sldChg>
      <pc:sldChg chg="del">
        <pc:chgData name="F _" userId="f002702cf68b565d" providerId="LiveId" clId="{03B0D170-C144-4012-A242-782B8F0FFA14}" dt="2026-06-27T09:17:17.141" v="33186" actId="47"/>
        <pc:sldMkLst>
          <pc:docMk/>
          <pc:sldMk cId="410955232" sldId="359"/>
        </pc:sldMkLst>
      </pc:sldChg>
      <pc:sldChg chg="del">
        <pc:chgData name="F _" userId="f002702cf68b565d" providerId="LiveId" clId="{03B0D170-C144-4012-A242-782B8F0FFA14}" dt="2026-06-27T09:17:18.155" v="33190" actId="47"/>
        <pc:sldMkLst>
          <pc:docMk/>
          <pc:sldMk cId="4065988852" sldId="360"/>
        </pc:sldMkLst>
      </pc:sldChg>
      <pc:sldChg chg="del">
        <pc:chgData name="F _" userId="f002702cf68b565d" providerId="LiveId" clId="{03B0D170-C144-4012-A242-782B8F0FFA14}" dt="2026-06-27T09:17:16.742" v="33184" actId="47"/>
        <pc:sldMkLst>
          <pc:docMk/>
          <pc:sldMk cId="3838013989" sldId="367"/>
        </pc:sldMkLst>
      </pc:sldChg>
      <pc:sldChg chg="del">
        <pc:chgData name="F _" userId="f002702cf68b565d" providerId="LiveId" clId="{03B0D170-C144-4012-A242-782B8F0FFA14}" dt="2026-06-27T09:17:15.944" v="33181" actId="47"/>
        <pc:sldMkLst>
          <pc:docMk/>
          <pc:sldMk cId="394840798" sldId="368"/>
        </pc:sldMkLst>
      </pc:sldChg>
      <pc:sldChg chg="addSp delSp modSp mod">
        <pc:chgData name="F _" userId="f002702cf68b565d" providerId="LiveId" clId="{03B0D170-C144-4012-A242-782B8F0FFA14}" dt="2026-06-27T09:51:55.909" v="33280" actId="11529"/>
        <pc:sldMkLst>
          <pc:docMk/>
          <pc:sldMk cId="2470206207" sldId="373"/>
        </pc:sldMkLst>
        <pc:spChg chg="mod">
          <ac:chgData name="F _" userId="f002702cf68b565d" providerId="LiveId" clId="{03B0D170-C144-4012-A242-782B8F0FFA14}" dt="2026-06-27T09:50:00.236" v="33279"/>
          <ac:spMkLst>
            <pc:docMk/>
            <pc:sldMk cId="2470206207" sldId="373"/>
            <ac:spMk id="2" creationId="{11BED853-5B90-6097-3015-7C8A59DCAB6C}"/>
          </ac:spMkLst>
        </pc:spChg>
        <pc:spChg chg="add del mod">
          <ac:chgData name="F _" userId="f002702cf68b565d" providerId="LiveId" clId="{03B0D170-C144-4012-A242-782B8F0FFA14}" dt="2026-06-27T09:17:47.498" v="33196" actId="21"/>
          <ac:spMkLst>
            <pc:docMk/>
            <pc:sldMk cId="2470206207" sldId="373"/>
            <ac:spMk id="4" creationId="{9B67AFA8-5CAE-0701-A6D1-A5F670551385}"/>
          </ac:spMkLst>
        </pc:spChg>
        <pc:spChg chg="add">
          <ac:chgData name="F _" userId="f002702cf68b565d" providerId="LiveId" clId="{03B0D170-C144-4012-A242-782B8F0FFA14}" dt="2026-06-27T09:51:55.909" v="33280" actId="11529"/>
          <ac:spMkLst>
            <pc:docMk/>
            <pc:sldMk cId="2470206207" sldId="373"/>
            <ac:spMk id="5" creationId="{A2A6DB0A-A7FA-A732-78FC-FE185E09F035}"/>
          </ac:spMkLst>
        </pc:spChg>
        <pc:spChg chg="del">
          <ac:chgData name="F _" userId="f002702cf68b565d" providerId="LiveId" clId="{03B0D170-C144-4012-A242-782B8F0FFA14}" dt="2026-06-27T09:17:33.618" v="33193" actId="21"/>
          <ac:spMkLst>
            <pc:docMk/>
            <pc:sldMk cId="2470206207" sldId="373"/>
            <ac:spMk id="6" creationId="{29B82E97-F7D5-96F1-CFF9-775D566B37B5}"/>
          </ac:spMkLst>
        </pc:spChg>
        <pc:spChg chg="del">
          <ac:chgData name="F _" userId="f002702cf68b565d" providerId="LiveId" clId="{03B0D170-C144-4012-A242-782B8F0FFA14}" dt="2026-06-27T09:17:28.661" v="33192" actId="478"/>
          <ac:spMkLst>
            <pc:docMk/>
            <pc:sldMk cId="2470206207" sldId="373"/>
            <ac:spMk id="19" creationId="{97A1A08A-F171-3D01-2716-F7518C6E0834}"/>
          </ac:spMkLst>
        </pc:spChg>
        <pc:spChg chg="del">
          <ac:chgData name="F _" userId="f002702cf68b565d" providerId="LiveId" clId="{03B0D170-C144-4012-A242-782B8F0FFA14}" dt="2026-06-27T09:17:39.719" v="33194" actId="21"/>
          <ac:spMkLst>
            <pc:docMk/>
            <pc:sldMk cId="2470206207" sldId="373"/>
            <ac:spMk id="27" creationId="{40951B0A-3AA2-1DA2-6E7F-5553BBD843FF}"/>
          </ac:spMkLst>
        </pc:spChg>
        <pc:spChg chg="del">
          <ac:chgData name="F _" userId="f002702cf68b565d" providerId="LiveId" clId="{03B0D170-C144-4012-A242-782B8F0FFA14}" dt="2026-06-27T09:17:42.526" v="33195" actId="478"/>
          <ac:spMkLst>
            <pc:docMk/>
            <pc:sldMk cId="2470206207" sldId="373"/>
            <ac:spMk id="28" creationId="{54EDAB5B-0038-B53D-07D6-06C19515134D}"/>
          </ac:spMkLst>
        </pc:spChg>
        <pc:spChg chg="del">
          <ac:chgData name="F _" userId="f002702cf68b565d" providerId="LiveId" clId="{03B0D170-C144-4012-A242-782B8F0FFA14}" dt="2026-06-27T09:17:28.661" v="33192" actId="478"/>
          <ac:spMkLst>
            <pc:docMk/>
            <pc:sldMk cId="2470206207" sldId="373"/>
            <ac:spMk id="29" creationId="{F5691D6F-397F-AAEE-C2B2-3789B47EC12A}"/>
          </ac:spMkLst>
        </pc:spChg>
        <pc:grpChg chg="del">
          <ac:chgData name="F _" userId="f002702cf68b565d" providerId="LiveId" clId="{03B0D170-C144-4012-A242-782B8F0FFA14}" dt="2026-06-27T09:17:28.661" v="33192" actId="478"/>
          <ac:grpSpMkLst>
            <pc:docMk/>
            <pc:sldMk cId="2470206207" sldId="373"/>
            <ac:grpSpMk id="26" creationId="{B0F36D87-11DC-4D0F-8551-E8F8E2D2552F}"/>
          </ac:grpSpMkLst>
        </pc:grpChg>
        <pc:picChg chg="del">
          <ac:chgData name="F _" userId="f002702cf68b565d" providerId="LiveId" clId="{03B0D170-C144-4012-A242-782B8F0FFA14}" dt="2026-06-27T09:17:28.661" v="33192" actId="478"/>
          <ac:picMkLst>
            <pc:docMk/>
            <pc:sldMk cId="2470206207" sldId="373"/>
            <ac:picMk id="12" creationId="{8F7CBCB6-A0CD-01DD-2EB3-5530B353DF6D}"/>
          </ac:picMkLst>
        </pc:picChg>
        <pc:picChg chg="del">
          <ac:chgData name="F _" userId="f002702cf68b565d" providerId="LiveId" clId="{03B0D170-C144-4012-A242-782B8F0FFA14}" dt="2026-06-27T09:17:28.661" v="33192" actId="478"/>
          <ac:picMkLst>
            <pc:docMk/>
            <pc:sldMk cId="2470206207" sldId="373"/>
            <ac:picMk id="14" creationId="{EDE6A066-C31E-BBAD-2B35-875582B7E0EC}"/>
          </ac:picMkLst>
        </pc:picChg>
      </pc:sldChg>
      <pc:sldChg chg="del">
        <pc:chgData name="F _" userId="f002702cf68b565d" providerId="LiveId" clId="{03B0D170-C144-4012-A242-782B8F0FFA14}" dt="2026-06-27T09:17:17.888" v="33189" actId="47"/>
        <pc:sldMkLst>
          <pc:docMk/>
          <pc:sldMk cId="751942963" sldId="374"/>
        </pc:sldMkLst>
      </pc:sldChg>
      <pc:sldChg chg="del">
        <pc:chgData name="F _" userId="f002702cf68b565d" providerId="LiveId" clId="{03B0D170-C144-4012-A242-782B8F0FFA14}" dt="2026-06-27T09:17:17.633" v="33188" actId="47"/>
        <pc:sldMkLst>
          <pc:docMk/>
          <pc:sldMk cId="3491854295" sldId="375"/>
        </pc:sldMkLst>
      </pc:sldChg>
      <pc:sldChg chg="del">
        <pc:chgData name="F _" userId="f002702cf68b565d" providerId="LiveId" clId="{03B0D170-C144-4012-A242-782B8F0FFA14}" dt="2026-06-27T09:16:46.755" v="33169" actId="47"/>
        <pc:sldMkLst>
          <pc:docMk/>
          <pc:sldMk cId="3838531607" sldId="378"/>
        </pc:sldMkLst>
      </pc:sldChg>
      <pc:sldChg chg="del">
        <pc:chgData name="F _" userId="f002702cf68b565d" providerId="LiveId" clId="{03B0D170-C144-4012-A242-782B8F0FFA14}" dt="2026-06-27T09:16:46.681" v="33166" actId="47"/>
        <pc:sldMkLst>
          <pc:docMk/>
          <pc:sldMk cId="1177691099" sldId="379"/>
        </pc:sldMkLst>
      </pc:sldChg>
      <pc:sldChg chg="del">
        <pc:chgData name="F _" userId="f002702cf68b565d" providerId="LiveId" clId="{03B0D170-C144-4012-A242-782B8F0FFA14}" dt="2026-06-27T09:17:17.368" v="33187" actId="47"/>
        <pc:sldMkLst>
          <pc:docMk/>
          <pc:sldMk cId="2974373035" sldId="380"/>
        </pc:sldMkLst>
      </pc:sldChg>
      <pc:sldChg chg="del">
        <pc:chgData name="F _" userId="f002702cf68b565d" providerId="LiveId" clId="{03B0D170-C144-4012-A242-782B8F0FFA14}" dt="2026-06-27T09:17:16.915" v="33185" actId="47"/>
        <pc:sldMkLst>
          <pc:docMk/>
          <pc:sldMk cId="3307341158" sldId="381"/>
        </pc:sldMkLst>
      </pc:sldChg>
      <pc:sldChg chg="del">
        <pc:chgData name="F _" userId="f002702cf68b565d" providerId="LiveId" clId="{03B0D170-C144-4012-A242-782B8F0FFA14}" dt="2026-06-27T09:17:14.962" v="33177" actId="47"/>
        <pc:sldMkLst>
          <pc:docMk/>
          <pc:sldMk cId="2257814846" sldId="383"/>
        </pc:sldMkLst>
      </pc:sldChg>
      <pc:sldChg chg="del">
        <pc:chgData name="F _" userId="f002702cf68b565d" providerId="LiveId" clId="{03B0D170-C144-4012-A242-782B8F0FFA14}" dt="2026-06-27T09:17:16.168" v="33182" actId="47"/>
        <pc:sldMkLst>
          <pc:docMk/>
          <pc:sldMk cId="2848331876" sldId="384"/>
        </pc:sldMkLst>
      </pc:sldChg>
      <pc:sldChg chg="del">
        <pc:chgData name="F _" userId="f002702cf68b565d" providerId="LiveId" clId="{03B0D170-C144-4012-A242-782B8F0FFA14}" dt="2026-06-27T09:17:15.758" v="33180" actId="47"/>
        <pc:sldMkLst>
          <pc:docMk/>
          <pc:sldMk cId="3038876600" sldId="386"/>
        </pc:sldMkLst>
      </pc:sldChg>
      <pc:sldChg chg="del">
        <pc:chgData name="F _" userId="f002702cf68b565d" providerId="LiveId" clId="{03B0D170-C144-4012-A242-782B8F0FFA14}" dt="2026-06-27T09:17:16.461" v="33183" actId="47"/>
        <pc:sldMkLst>
          <pc:docMk/>
          <pc:sldMk cId="531458991" sldId="387"/>
        </pc:sldMkLst>
      </pc:sldChg>
      <pc:sldChg chg="del">
        <pc:chgData name="F _" userId="f002702cf68b565d" providerId="LiveId" clId="{03B0D170-C144-4012-A242-782B8F0FFA14}" dt="2026-06-27T09:17:15.553" v="33179" actId="47"/>
        <pc:sldMkLst>
          <pc:docMk/>
          <pc:sldMk cId="2557435747" sldId="389"/>
        </pc:sldMkLst>
      </pc:sldChg>
      <pc:sldChg chg="del">
        <pc:chgData name="F _" userId="f002702cf68b565d" providerId="LiveId" clId="{03B0D170-C144-4012-A242-782B8F0FFA14}" dt="2026-06-27T09:17:15.366" v="33178" actId="47"/>
        <pc:sldMkLst>
          <pc:docMk/>
          <pc:sldMk cId="292731053" sldId="391"/>
        </pc:sldMkLst>
      </pc:sldChg>
      <pc:sldChg chg="del">
        <pc:chgData name="F _" userId="f002702cf68b565d" providerId="LiveId" clId="{03B0D170-C144-4012-A242-782B8F0FFA14}" dt="2026-06-27T09:16:47.094" v="33173" actId="47"/>
        <pc:sldMkLst>
          <pc:docMk/>
          <pc:sldMk cId="3735401209" sldId="392"/>
        </pc:sldMkLst>
      </pc:sldChg>
      <pc:sldChg chg="del">
        <pc:chgData name="F _" userId="f002702cf68b565d" providerId="LiveId" clId="{03B0D170-C144-4012-A242-782B8F0FFA14}" dt="2026-06-27T09:16:46.731" v="33168" actId="47"/>
        <pc:sldMkLst>
          <pc:docMk/>
          <pc:sldMk cId="26409368" sldId="393"/>
        </pc:sldMkLst>
      </pc:sldChg>
      <pc:sldChg chg="del">
        <pc:chgData name="F _" userId="f002702cf68b565d" providerId="LiveId" clId="{03B0D170-C144-4012-A242-782B8F0FFA14}" dt="2026-06-27T09:16:46.703" v="33167" actId="47"/>
        <pc:sldMkLst>
          <pc:docMk/>
          <pc:sldMk cId="2528267165" sldId="394"/>
        </pc:sldMkLst>
      </pc:sldChg>
      <pc:sldChg chg="del">
        <pc:chgData name="F _" userId="f002702cf68b565d" providerId="LiveId" clId="{03B0D170-C144-4012-A242-782B8F0FFA14}" dt="2026-06-27T09:16:46.918" v="33172" actId="47"/>
        <pc:sldMkLst>
          <pc:docMk/>
          <pc:sldMk cId="2337644859" sldId="395"/>
        </pc:sldMkLst>
      </pc:sldChg>
      <pc:sldChg chg="del">
        <pc:chgData name="F _" userId="f002702cf68b565d" providerId="LiveId" clId="{03B0D170-C144-4012-A242-782B8F0FFA14}" dt="2026-06-27T09:16:46.809" v="33171" actId="47"/>
        <pc:sldMkLst>
          <pc:docMk/>
          <pc:sldMk cId="381615141" sldId="396"/>
        </pc:sldMkLst>
      </pc:sldChg>
      <pc:sldChg chg="del">
        <pc:chgData name="F _" userId="f002702cf68b565d" providerId="LiveId" clId="{03B0D170-C144-4012-A242-782B8F0FFA14}" dt="2026-06-27T09:16:46.778" v="33170" actId="47"/>
        <pc:sldMkLst>
          <pc:docMk/>
          <pc:sldMk cId="3058702356" sldId="3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985" cy="498391"/>
          </a:xfrm>
          <a:prstGeom prst="rect">
            <a:avLst/>
          </a:prstGeom>
        </p:spPr>
        <p:txBody>
          <a:bodyPr vert="horz" lIns="91127" tIns="45564" rIns="91127" bIns="4556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3873" y="1"/>
            <a:ext cx="2946985" cy="498391"/>
          </a:xfrm>
          <a:prstGeom prst="rect">
            <a:avLst/>
          </a:prstGeom>
        </p:spPr>
        <p:txBody>
          <a:bodyPr vert="horz" lIns="91127" tIns="45564" rIns="91127" bIns="45564" rtlCol="0"/>
          <a:lstStyle>
            <a:lvl1pPr algn="r">
              <a:defRPr sz="1200"/>
            </a:lvl1pPr>
          </a:lstStyle>
          <a:p>
            <a:fld id="{FB6C6839-7971-4B09-984C-F802212EE5D0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439360"/>
            <a:ext cx="2946985" cy="498391"/>
          </a:xfrm>
          <a:prstGeom prst="rect">
            <a:avLst/>
          </a:prstGeom>
        </p:spPr>
        <p:txBody>
          <a:bodyPr vert="horz" lIns="91127" tIns="45564" rIns="91127" bIns="45564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3873" y="9439360"/>
            <a:ext cx="2946985" cy="498391"/>
          </a:xfrm>
          <a:prstGeom prst="rect">
            <a:avLst/>
          </a:prstGeom>
        </p:spPr>
        <p:txBody>
          <a:bodyPr vert="horz" lIns="91127" tIns="45564" rIns="91127" bIns="45564" rtlCol="0" anchor="b"/>
          <a:lstStyle>
            <a:lvl1pPr algn="r">
              <a:defRPr sz="1200"/>
            </a:lvl1pPr>
          </a:lstStyle>
          <a:p>
            <a:fld id="{E9BE42C8-ADD8-4BD4-9247-4908AB772C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842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7723" cy="496888"/>
          </a:xfrm>
          <a:prstGeom prst="rect">
            <a:avLst/>
          </a:prstGeom>
        </p:spPr>
        <p:txBody>
          <a:bodyPr vert="horz" lIns="91382" tIns="45691" rIns="91382" bIns="45691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3143" y="2"/>
            <a:ext cx="2947723" cy="496888"/>
          </a:xfrm>
          <a:prstGeom prst="rect">
            <a:avLst/>
          </a:prstGeom>
        </p:spPr>
        <p:txBody>
          <a:bodyPr vert="horz" lIns="91382" tIns="45691" rIns="91382" bIns="45691" rtlCol="0"/>
          <a:lstStyle>
            <a:lvl1pPr algn="r">
              <a:defRPr sz="1200"/>
            </a:lvl1pPr>
          </a:lstStyle>
          <a:p>
            <a:fld id="{A6F0CE93-5446-4AF6-B967-DCC380254293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6728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2" tIns="45691" rIns="91382" bIns="45691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244" y="4720433"/>
            <a:ext cx="5441950" cy="4471987"/>
          </a:xfrm>
          <a:prstGeom prst="rect">
            <a:avLst/>
          </a:prstGeom>
        </p:spPr>
        <p:txBody>
          <a:bodyPr vert="horz" lIns="91382" tIns="45691" rIns="91382" bIns="45691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1" y="9439139"/>
            <a:ext cx="2947723" cy="496888"/>
          </a:xfrm>
          <a:prstGeom prst="rect">
            <a:avLst/>
          </a:prstGeom>
        </p:spPr>
        <p:txBody>
          <a:bodyPr vert="horz" lIns="91382" tIns="45691" rIns="91382" bIns="45691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3143" y="9439139"/>
            <a:ext cx="2947723" cy="496888"/>
          </a:xfrm>
          <a:prstGeom prst="rect">
            <a:avLst/>
          </a:prstGeom>
        </p:spPr>
        <p:txBody>
          <a:bodyPr vert="horz" lIns="91382" tIns="45691" rIns="91382" bIns="45691" rtlCol="0" anchor="b"/>
          <a:lstStyle>
            <a:lvl1pPr algn="r">
              <a:defRPr sz="1200"/>
            </a:lvl1pPr>
          </a:lstStyle>
          <a:p>
            <a:fld id="{884D59B1-49A7-439E-9A6D-1FCE53F3220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3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39117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39117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39117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91175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1176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401023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10000"/>
              </a:lnSpc>
              <a:defRPr sz="18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400"/>
            </a:lvl4pPr>
            <a:lvl5pPr>
              <a:lnSpc>
                <a:spcPct val="110000"/>
              </a:lnSpc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68413"/>
            <a:ext cx="40386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0393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039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77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457200" y="1268413"/>
            <a:ext cx="4038600" cy="5113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5113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457200" y="63579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3124200" y="63627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6553200" y="63579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2296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90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79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+mj-lt"/>
              </a:defRPr>
            </a:lvl1pPr>
          </a:lstStyle>
          <a:p>
            <a:fld id="{866496A2-E22D-4FAB-A8A9-43CC87E8782A}" type="datetimeFigureOut">
              <a:rPr kumimoji="1" lang="ja-JP" altLang="en-US" smtClean="0"/>
              <a:pPr/>
              <a:t>2026/6/27</a:t>
            </a:fld>
            <a:endParaRPr kumimoji="1" lang="ja-JP" altLang="en-US"/>
          </a:p>
        </p:txBody>
      </p:sp>
      <p:sp>
        <p:nvSpPr>
          <p:cNvPr id="390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627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+mj-lt"/>
              </a:defRPr>
            </a:lvl1pPr>
          </a:lstStyle>
          <a:p>
            <a:endParaRPr kumimoji="1" lang="ja-JP" altLang="en-US"/>
          </a:p>
        </p:txBody>
      </p:sp>
      <p:sp>
        <p:nvSpPr>
          <p:cNvPr id="390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79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+mj-lt"/>
              </a:defRPr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9015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0152" name="Line 8"/>
          <p:cNvSpPr>
            <a:spLocks noChangeShapeType="1"/>
          </p:cNvSpPr>
          <p:nvPr/>
        </p:nvSpPr>
        <p:spPr bwMode="auto">
          <a:xfrm>
            <a:off x="457200" y="64579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9pPr>
    </p:titleStyle>
    <p:bodyStyle>
      <a:lvl1pPr marL="514350" indent="-514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+mj-lt"/>
        <a:buAutoNum type="arabicPeriod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858837" indent="-514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+mj-lt"/>
        <a:buAutoNum type="alphaLcPeriod"/>
        <a:defRPr kumimoji="1" sz="20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kumimoji="1"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D055DE-F10D-A84E-A177-DD0804AB2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584" y="1556792"/>
            <a:ext cx="8136904" cy="2117586"/>
          </a:xfrm>
        </p:spPr>
        <p:txBody>
          <a:bodyPr anchor="ctr"/>
          <a:lstStyle/>
          <a:p>
            <a:r>
              <a:rPr lang="ja-JP" altLang="en-US" sz="4800" dirty="0">
                <a:latin typeface="+mj-ea"/>
              </a:rPr>
              <a:t>続わかりやすいパターン認識</a:t>
            </a:r>
            <a:endParaRPr kumimoji="1" lang="ja-JP" altLang="en-US" sz="4800" dirty="0">
              <a:latin typeface="+mj-ea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9A7058-B895-1048-A892-9A5D6DD0F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656" y="4149080"/>
            <a:ext cx="6553200" cy="1314450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工学部工学科４年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野村 福実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07504" y="6402353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2026/6/27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9742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B20DE-AA91-731D-8BF9-0044BD67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BED853-5B90-6097-3015-7C8A59DC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識別関数を用いたパターン認識</a:t>
            </a:r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2A6DB0A-A7FA-A732-78FC-FE185E09F035}"/>
              </a:ext>
            </a:extLst>
          </p:cNvPr>
          <p:cNvSpPr/>
          <p:nvPr/>
        </p:nvSpPr>
        <p:spPr bwMode="auto">
          <a:xfrm>
            <a:off x="1327355" y="2802194"/>
            <a:ext cx="1386348" cy="84772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020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423E-0785-DFB2-17C0-0D4F7D1D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6BDBB-BBEF-90A2-13FF-91494AC9C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既存の手法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DED301-F706-FACE-1037-DD7082F8E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2562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kumimoji="1" lang="ja-JP" altLang="en-US" sz="2400" dirty="0"/>
              <a:t>芸術写真の修復は手動調整が一般的</a:t>
            </a:r>
            <a:endParaRPr kumimoji="1" lang="en-US" altLang="ja-JP" sz="2400" dirty="0"/>
          </a:p>
          <a:p>
            <a:pPr lvl="1">
              <a:buFont typeface="Wingdings" panose="05000000000000000000" pitchFamily="2" charset="2"/>
              <a:buChar char="n"/>
            </a:pPr>
            <a:r>
              <a:rPr lang="ja-JP" altLang="en-US" sz="2200" dirty="0"/>
              <a:t>作業者によって結果が異なる</a:t>
            </a:r>
            <a:endParaRPr lang="en-US" altLang="ja-JP" sz="2200" dirty="0"/>
          </a:p>
          <a:p>
            <a:pPr lvl="1">
              <a:buFont typeface="Wingdings" panose="05000000000000000000" pitchFamily="2" charset="2"/>
              <a:buChar char="n"/>
            </a:pPr>
            <a:r>
              <a:rPr kumimoji="1" lang="ja-JP" altLang="en-US" sz="2200" dirty="0"/>
              <a:t>時間とお金がかかる</a:t>
            </a:r>
            <a:endParaRPr lang="en-US" altLang="ja-JP" sz="2200" dirty="0"/>
          </a:p>
          <a:p>
            <a:pPr lvl="1">
              <a:buFont typeface="Wingdings" panose="05000000000000000000" pitchFamily="2" charset="2"/>
              <a:buChar char="n"/>
            </a:pPr>
            <a:endParaRPr lang="en-US" altLang="ja-JP" sz="2200" dirty="0"/>
          </a:p>
          <a:p>
            <a:pPr>
              <a:buFont typeface="Wingdings" panose="05000000000000000000" pitchFamily="2" charset="2"/>
              <a:buChar char="n"/>
            </a:pPr>
            <a:r>
              <a:rPr kumimoji="1" lang="ja-JP" altLang="en-US" sz="2400" dirty="0"/>
              <a:t>生成 </a:t>
            </a:r>
            <a:r>
              <a:rPr kumimoji="1" lang="en-US" altLang="ja-JP" sz="2400" dirty="0"/>
              <a:t>AI </a:t>
            </a:r>
            <a:r>
              <a:rPr kumimoji="1" lang="ja-JP" altLang="en-US" sz="2400" dirty="0"/>
              <a:t>を用いる修復ツール</a:t>
            </a:r>
            <a:endParaRPr kumimoji="1" lang="en-US" altLang="ja-JP" sz="2400" dirty="0"/>
          </a:p>
          <a:p>
            <a:pPr marL="687387" lvl="1" indent="-342900">
              <a:buFont typeface="Wingdings" panose="05000000000000000000" pitchFamily="2" charset="2"/>
              <a:buChar char="n"/>
            </a:pPr>
            <a:r>
              <a:rPr lang="ja-JP" altLang="en-US" sz="2200" dirty="0"/>
              <a:t>　サイズが大きすぎる画像は修復できない</a:t>
            </a:r>
            <a:endParaRPr kumimoji="1" lang="en-US" altLang="ja-JP" sz="2200" dirty="0"/>
          </a:p>
          <a:p>
            <a:pPr lvl="1">
              <a:buFont typeface="Wingdings" panose="05000000000000000000" pitchFamily="2" charset="2"/>
              <a:buChar char="n"/>
            </a:pPr>
            <a:r>
              <a:rPr lang="ja-JP" altLang="en-US" sz="2200" dirty="0"/>
              <a:t>構造、色味が「新たに生成された構造、色味」になってしまう</a:t>
            </a:r>
            <a:endParaRPr lang="en-US" altLang="ja-JP" sz="2200" dirty="0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DF6D4980-1D88-A27F-AD8B-2B479FC112C4}"/>
              </a:ext>
            </a:extLst>
          </p:cNvPr>
          <p:cNvSpPr/>
          <p:nvPr/>
        </p:nvSpPr>
        <p:spPr bwMode="auto">
          <a:xfrm rot="5400000">
            <a:off x="4322158" y="4536906"/>
            <a:ext cx="499676" cy="452535"/>
          </a:xfrm>
          <a:prstGeom prst="rightArrow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E4585A5-47F2-1A0A-3E63-604C852D7B83}"/>
              </a:ext>
            </a:extLst>
          </p:cNvPr>
          <p:cNvSpPr txBox="1"/>
          <p:nvPr/>
        </p:nvSpPr>
        <p:spPr>
          <a:xfrm>
            <a:off x="771518" y="5120359"/>
            <a:ext cx="7600955" cy="1008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None/>
              <a:tabLst/>
              <a:defRPr/>
            </a:pPr>
            <a:r>
              <a:rPr kumimoji="1" lang="ja-JP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/>
                <a:cs typeface="+mn-cs"/>
              </a:rPr>
              <a:t>構造や画素間の関係（画素値のバランス）を維持しながら</a:t>
            </a:r>
            <a:endParaRPr kumimoji="1" lang="en-US" altLang="ja-JP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None/>
              <a:tabLst/>
              <a:defRPr/>
            </a:pPr>
            <a:r>
              <a:rPr kumimoji="1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デジタル修復したい</a:t>
            </a:r>
            <a:endParaRPr kumimoji="1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8478DDB-7BC3-3861-0B6D-A74FE157E3C5}"/>
              </a:ext>
            </a:extLst>
          </p:cNvPr>
          <p:cNvSpPr/>
          <p:nvPr/>
        </p:nvSpPr>
        <p:spPr bwMode="auto">
          <a:xfrm flipV="1">
            <a:off x="937595" y="5505449"/>
            <a:ext cx="7268810" cy="70062"/>
          </a:xfrm>
          <a:prstGeom prst="rect">
            <a:avLst/>
          </a:prstGeom>
          <a:solidFill>
            <a:srgbClr val="FF0000">
              <a:alpha val="50196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608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C746-38C0-1738-6394-2A191BBB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B94749-6BDC-643F-8910-B4DA88A4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000" dirty="0"/>
              <a:t>“</a:t>
            </a:r>
            <a:r>
              <a:rPr kumimoji="1" lang="ja-JP" altLang="en-US" sz="3000" dirty="0"/>
              <a:t>画素間の関係（画素間のバランス）の維持</a:t>
            </a:r>
            <a:r>
              <a:rPr kumimoji="1" lang="en-US" altLang="ja-JP" sz="3000" dirty="0"/>
              <a:t>”</a:t>
            </a:r>
            <a:r>
              <a:rPr kumimoji="1" lang="ja-JP" altLang="en-US" sz="3000" dirty="0"/>
              <a:t>とは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6C6CCCC-06CC-E2AD-1301-C8FE42C6CA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5538"/>
                <a:ext cx="8229600" cy="525621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n"/>
                </a:pPr>
                <a:r>
                  <a:rPr lang="ja-JP" altLang="en-US" dirty="0"/>
                  <a:t>各 </a:t>
                </a:r>
                <a:r>
                  <a:rPr lang="en-US" altLang="ja-JP" dirty="0"/>
                  <a:t>RGB </a:t>
                </a:r>
                <a:r>
                  <a:rPr lang="ja-JP" altLang="en-US" dirty="0"/>
                  <a:t>チャネルについてそれぞれ画素値がある</a:t>
                </a:r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n"/>
                </a:pPr>
                <a:r>
                  <a:rPr lang="en-US" altLang="ja-JP" dirty="0"/>
                  <a:t>(R </a:t>
                </a:r>
                <a:r>
                  <a:rPr lang="ja-JP" altLang="en-US" dirty="0"/>
                  <a:t>の画素値</a:t>
                </a:r>
                <a:r>
                  <a:rPr lang="en-US" altLang="ja-JP" dirty="0"/>
                  <a:t>, G </a:t>
                </a:r>
                <a:r>
                  <a:rPr lang="ja-JP" altLang="en-US" dirty="0"/>
                  <a:t>の画素値</a:t>
                </a:r>
                <a:r>
                  <a:rPr lang="en-US" altLang="ja-JP" dirty="0"/>
                  <a:t>, B </a:t>
                </a:r>
                <a:r>
                  <a:rPr lang="ja-JP" altLang="en-US" dirty="0"/>
                  <a:t>の画素値</a:t>
                </a:r>
                <a:r>
                  <a:rPr lang="en-US" altLang="ja-JP" dirty="0"/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255, 255, 255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→ 白色</a:t>
                </a:r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n"/>
                </a:pP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n"/>
                </a:pPr>
                <a:r>
                  <a:rPr lang="ja-JP" altLang="en-US" dirty="0"/>
                  <a:t>例えば </a:t>
                </a:r>
                <a:r>
                  <a:rPr lang="en-US" altLang="ja-JP" dirty="0"/>
                  <a:t>G </a:t>
                </a:r>
                <a:r>
                  <a:rPr lang="ja-JP" altLang="en-US" dirty="0"/>
                  <a:t>の画素値が以下のように並んでいる </a:t>
                </a:r>
                <a:r>
                  <a:rPr lang="en-US" altLang="ja-JP" dirty="0"/>
                  <a:t>2×2</a:t>
                </a:r>
                <a:r>
                  <a:rPr lang="ja-JP" altLang="en-US" dirty="0"/>
                  <a:t>ピクセルの画像について、「画素間の関係の維持」とはこの中の大小の順位を維持するということ</a:t>
                </a: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n"/>
                </a:pPr>
                <a:r>
                  <a:rPr lang="ja-JP" altLang="en-US" dirty="0"/>
                  <a:t>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同一チャネル内での画素間の大小関係を保存したい</a:t>
                </a:r>
                <a:r>
                  <a:rPr lang="ja-JP" altLang="en-US" dirty="0"/>
                  <a:t>」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6C6CCCC-06CC-E2AD-1301-C8FE42C6CA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5538"/>
                <a:ext cx="8229600" cy="5256213"/>
              </a:xfrm>
              <a:blipFill>
                <a:blip r:embed="rId2"/>
                <a:stretch>
                  <a:fillRect t="-464" r="-3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5F212C93-69B2-F91C-CBFE-8D066B4BE253}"/>
              </a:ext>
            </a:extLst>
          </p:cNvPr>
          <p:cNvGrpSpPr/>
          <p:nvPr/>
        </p:nvGrpSpPr>
        <p:grpSpPr>
          <a:xfrm>
            <a:off x="727271" y="4197358"/>
            <a:ext cx="2030006" cy="866478"/>
            <a:chOff x="6298164" y="755781"/>
            <a:chExt cx="2030006" cy="866478"/>
          </a:xfrm>
        </p:grpSpPr>
        <p:sp>
          <p:nvSpPr>
            <p:cNvPr id="9" name="平行四辺形 8">
              <a:extLst>
                <a:ext uri="{FF2B5EF4-FFF2-40B4-BE49-F238E27FC236}">
                  <a16:creationId xmlns:a16="http://schemas.microsoft.com/office/drawing/2014/main" id="{B124298E-784C-88E5-567F-970A066E394B}"/>
                </a:ext>
              </a:extLst>
            </p:cNvPr>
            <p:cNvSpPr/>
            <p:nvPr/>
          </p:nvSpPr>
          <p:spPr bwMode="auto">
            <a:xfrm>
              <a:off x="6298164" y="755781"/>
              <a:ext cx="2030006" cy="369758"/>
            </a:xfrm>
            <a:prstGeom prst="parallelogram">
              <a:avLst>
                <a:gd name="adj" fmla="val 131250"/>
              </a:avLst>
            </a:prstGeom>
            <a:solidFill>
              <a:srgbClr val="FF0000">
                <a:alpha val="50196"/>
              </a:srgb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" name="平行四辺形 9">
              <a:extLst>
                <a:ext uri="{FF2B5EF4-FFF2-40B4-BE49-F238E27FC236}">
                  <a16:creationId xmlns:a16="http://schemas.microsoft.com/office/drawing/2014/main" id="{5386D3DE-B2B5-D21A-8C41-E884B0CAF40C}"/>
                </a:ext>
              </a:extLst>
            </p:cNvPr>
            <p:cNvSpPr/>
            <p:nvPr/>
          </p:nvSpPr>
          <p:spPr bwMode="auto">
            <a:xfrm>
              <a:off x="6298164" y="1021458"/>
              <a:ext cx="2030006" cy="369758"/>
            </a:xfrm>
            <a:prstGeom prst="parallelogram">
              <a:avLst>
                <a:gd name="adj" fmla="val 131250"/>
              </a:avLst>
            </a:prstGeom>
            <a:solidFill>
              <a:srgbClr val="00FF00">
                <a:alpha val="49804"/>
              </a:srgb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" name="平行四辺形 10">
              <a:extLst>
                <a:ext uri="{FF2B5EF4-FFF2-40B4-BE49-F238E27FC236}">
                  <a16:creationId xmlns:a16="http://schemas.microsoft.com/office/drawing/2014/main" id="{4E942E16-D223-5F64-EE0A-F9DF27BB3A4B}"/>
                </a:ext>
              </a:extLst>
            </p:cNvPr>
            <p:cNvSpPr/>
            <p:nvPr/>
          </p:nvSpPr>
          <p:spPr bwMode="auto">
            <a:xfrm>
              <a:off x="6298164" y="1252501"/>
              <a:ext cx="2030006" cy="369758"/>
            </a:xfrm>
            <a:prstGeom prst="parallelogram">
              <a:avLst>
                <a:gd name="adj" fmla="val 131250"/>
              </a:avLst>
            </a:prstGeom>
            <a:solidFill>
              <a:srgbClr val="0000FF">
                <a:alpha val="49804"/>
              </a:srgb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3C66730-D686-8D66-1F25-6E970FAE6610}"/>
                  </a:ext>
                </a:extLst>
              </p:cNvPr>
              <p:cNvSpPr txBox="1"/>
              <p:nvPr/>
            </p:nvSpPr>
            <p:spPr>
              <a:xfrm>
                <a:off x="6185883" y="5644410"/>
                <a:ext cx="2286001" cy="6233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240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140</m:t>
                                </m:r>
                              </m:e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3C66730-D686-8D66-1F25-6E970FAE6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883" y="5644410"/>
                <a:ext cx="2286001" cy="6233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8B14082-43FF-3DA1-97CD-870B8921873C}"/>
              </a:ext>
            </a:extLst>
          </p:cNvPr>
          <p:cNvGrpSpPr/>
          <p:nvPr/>
        </p:nvGrpSpPr>
        <p:grpSpPr>
          <a:xfrm>
            <a:off x="6694526" y="3953518"/>
            <a:ext cx="1275243" cy="1271382"/>
            <a:chOff x="3816220" y="3554963"/>
            <a:chExt cx="750290" cy="734417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ED332D0-BBF1-BCD8-0468-4D174A26B40A}"/>
                </a:ext>
              </a:extLst>
            </p:cNvPr>
            <p:cNvSpPr/>
            <p:nvPr/>
          </p:nvSpPr>
          <p:spPr bwMode="auto">
            <a:xfrm>
              <a:off x="3816220" y="3554963"/>
              <a:ext cx="373225" cy="369758"/>
            </a:xfrm>
            <a:prstGeom prst="rect">
              <a:avLst/>
            </a:prstGeom>
            <a:solidFill>
              <a:srgbClr val="00C8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6D9298C-5520-ED0C-B996-0EEEAF84E2C3}"/>
                </a:ext>
              </a:extLst>
            </p:cNvPr>
            <p:cNvSpPr/>
            <p:nvPr/>
          </p:nvSpPr>
          <p:spPr bwMode="auto">
            <a:xfrm>
              <a:off x="4193285" y="3554963"/>
              <a:ext cx="373225" cy="369758"/>
            </a:xfrm>
            <a:prstGeom prst="rect">
              <a:avLst/>
            </a:prstGeom>
            <a:solidFill>
              <a:srgbClr val="00F0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AD71CCB-BE77-EE20-7B49-07C042AE1A52}"/>
                </a:ext>
              </a:extLst>
            </p:cNvPr>
            <p:cNvSpPr/>
            <p:nvPr/>
          </p:nvSpPr>
          <p:spPr bwMode="auto">
            <a:xfrm>
              <a:off x="4193285" y="3919622"/>
              <a:ext cx="373225" cy="369758"/>
            </a:xfrm>
            <a:prstGeom prst="rect">
              <a:avLst/>
            </a:prstGeom>
            <a:solidFill>
              <a:srgbClr val="00C8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50F3652-3831-FCDF-EEEC-C481937EBAF7}"/>
                </a:ext>
              </a:extLst>
            </p:cNvPr>
            <p:cNvSpPr/>
            <p:nvPr/>
          </p:nvSpPr>
          <p:spPr bwMode="auto">
            <a:xfrm>
              <a:off x="3816220" y="3919622"/>
              <a:ext cx="373225" cy="369758"/>
            </a:xfrm>
            <a:prstGeom prst="rect">
              <a:avLst/>
            </a:prstGeom>
            <a:solidFill>
              <a:srgbClr val="008C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</p:grp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D5F7CEF-16AE-D146-17AE-76C4BD2FAD7F}"/>
              </a:ext>
            </a:extLst>
          </p:cNvPr>
          <p:cNvCxnSpPr>
            <a:cxnSpLocks/>
          </p:cNvCxnSpPr>
          <p:nvPr/>
        </p:nvCxnSpPr>
        <p:spPr bwMode="auto">
          <a:xfrm>
            <a:off x="2848594" y="4509362"/>
            <a:ext cx="46262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6" name="矢印: 右 25">
            <a:extLst>
              <a:ext uri="{FF2B5EF4-FFF2-40B4-BE49-F238E27FC236}">
                <a16:creationId xmlns:a16="http://schemas.microsoft.com/office/drawing/2014/main" id="{38A2DF57-C27E-2ABE-66D1-3A8B99EF475D}"/>
              </a:ext>
            </a:extLst>
          </p:cNvPr>
          <p:cNvSpPr/>
          <p:nvPr/>
        </p:nvSpPr>
        <p:spPr bwMode="auto">
          <a:xfrm>
            <a:off x="5683768" y="4404330"/>
            <a:ext cx="509039" cy="452535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123F723B-07BC-1CDF-E121-33B179B86F00}"/>
              </a:ext>
            </a:extLst>
          </p:cNvPr>
          <p:cNvGrpSpPr/>
          <p:nvPr/>
        </p:nvGrpSpPr>
        <p:grpSpPr>
          <a:xfrm>
            <a:off x="3863135" y="3949104"/>
            <a:ext cx="1275243" cy="1271382"/>
            <a:chOff x="3816220" y="3554963"/>
            <a:chExt cx="750290" cy="734417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75525CC9-C21E-5E8C-110E-0A3DEC7C7E40}"/>
                </a:ext>
              </a:extLst>
            </p:cNvPr>
            <p:cNvSpPr/>
            <p:nvPr/>
          </p:nvSpPr>
          <p:spPr bwMode="auto">
            <a:xfrm>
              <a:off x="3816220" y="3554963"/>
              <a:ext cx="373225" cy="369758"/>
            </a:xfrm>
            <a:prstGeom prst="rect">
              <a:avLst/>
            </a:prstGeom>
            <a:solidFill>
              <a:srgbClr val="0064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F5443881-CDF9-2845-1647-A1A759EA5BA5}"/>
                </a:ext>
              </a:extLst>
            </p:cNvPr>
            <p:cNvSpPr/>
            <p:nvPr/>
          </p:nvSpPr>
          <p:spPr bwMode="auto">
            <a:xfrm>
              <a:off x="4193285" y="3554963"/>
              <a:ext cx="373225" cy="369758"/>
            </a:xfrm>
            <a:prstGeom prst="rect">
              <a:avLst/>
            </a:prstGeom>
            <a:solidFill>
              <a:srgbClr val="0078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BD50B81-FAF0-D623-65AF-461AD6C91C38}"/>
                </a:ext>
              </a:extLst>
            </p:cNvPr>
            <p:cNvSpPr/>
            <p:nvPr/>
          </p:nvSpPr>
          <p:spPr bwMode="auto">
            <a:xfrm>
              <a:off x="4193285" y="3919622"/>
              <a:ext cx="373225" cy="369758"/>
            </a:xfrm>
            <a:prstGeom prst="rect">
              <a:avLst/>
            </a:prstGeom>
            <a:solidFill>
              <a:srgbClr val="0064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998906BC-7D5E-E8EF-4531-A441EC42CAE3}"/>
                </a:ext>
              </a:extLst>
            </p:cNvPr>
            <p:cNvSpPr/>
            <p:nvPr/>
          </p:nvSpPr>
          <p:spPr bwMode="auto">
            <a:xfrm>
              <a:off x="3816220" y="3919622"/>
              <a:ext cx="373225" cy="369758"/>
            </a:xfrm>
            <a:prstGeom prst="rect">
              <a:avLst/>
            </a:prstGeom>
            <a:solidFill>
              <a:srgbClr val="0046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E22C2FF-A00E-57EB-8F68-31DB9E2634AE}"/>
                  </a:ext>
                </a:extLst>
              </p:cNvPr>
              <p:cNvSpPr txBox="1"/>
              <p:nvPr/>
            </p:nvSpPr>
            <p:spPr>
              <a:xfrm>
                <a:off x="3354492" y="5644410"/>
                <a:ext cx="2286001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120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E22C2FF-A00E-57EB-8F68-31DB9E263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492" y="5644410"/>
                <a:ext cx="2286001" cy="615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5C4D62E-17CE-2F66-0239-C9D962E92ACE}"/>
              </a:ext>
            </a:extLst>
          </p:cNvPr>
          <p:cNvSpPr/>
          <p:nvPr/>
        </p:nvSpPr>
        <p:spPr bwMode="auto">
          <a:xfrm flipV="1">
            <a:off x="5905500" y="2966614"/>
            <a:ext cx="2509234" cy="45719"/>
          </a:xfrm>
          <a:prstGeom prst="rect">
            <a:avLst/>
          </a:prstGeom>
          <a:solidFill>
            <a:srgbClr val="FF0000">
              <a:alpha val="50196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F2C561ED-61CF-7161-A61C-6BE43710F630}"/>
                  </a:ext>
                </a:extLst>
              </p:cNvPr>
              <p:cNvSpPr txBox="1"/>
              <p:nvPr/>
            </p:nvSpPr>
            <p:spPr>
              <a:xfrm>
                <a:off x="5525513" y="4856865"/>
                <a:ext cx="8255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= 2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F2C561ED-61CF-7161-A61C-6BE43710F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513" y="4856865"/>
                <a:ext cx="825547" cy="276999"/>
              </a:xfrm>
              <a:prstGeom prst="rect">
                <a:avLst/>
              </a:prstGeom>
              <a:blipFill>
                <a:blip r:embed="rId5"/>
                <a:stretch>
                  <a:fillRect l="-5882" r="-5147" b="-2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958607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">
  <a:themeElements>
    <a:clrScheme name="lectur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lecture">
      <a:majorFont>
        <a:latin typeface="Garamond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lectur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第4部第1章_ステップ①…少量の異常画像で学習する</Template>
  <TotalTime>7178</TotalTime>
  <Words>184</Words>
  <Application>Microsoft Office PowerPoint</Application>
  <PresentationFormat>画面に合わせる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ＭＳ Ｐゴシック</vt:lpstr>
      <vt:lpstr>Arial</vt:lpstr>
      <vt:lpstr>Calibri</vt:lpstr>
      <vt:lpstr>Cambria Math</vt:lpstr>
      <vt:lpstr>Garamond</vt:lpstr>
      <vt:lpstr>Wingdings</vt:lpstr>
      <vt:lpstr>lecture</vt:lpstr>
      <vt:lpstr>続わかりやすいパターン認識</vt:lpstr>
      <vt:lpstr>識別関数を用いたパターン認識</vt:lpstr>
      <vt:lpstr>既存の手法</vt:lpstr>
      <vt:lpstr>“画素間の関係（画素間のバランス）の維持”とは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Tomomi Tanaka</dc:creator>
  <cp:lastModifiedBy>F _</cp:lastModifiedBy>
  <cp:revision>16</cp:revision>
  <cp:lastPrinted>2021-08-25T10:20:36Z</cp:lastPrinted>
  <dcterms:created xsi:type="dcterms:W3CDTF">2025-10-07T07:12:40Z</dcterms:created>
  <dcterms:modified xsi:type="dcterms:W3CDTF">2026-06-27T09:52:06Z</dcterms:modified>
</cp:coreProperties>
</file>